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xiaoO 系统架构分析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AgentOS 智能中心 - 自主系统管理与 Agent 编排框架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xiaoO 是 AgentOS 的智能中心（Intelligence Hub）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提供自主系统管理、无缝的 Agent 编排和跨用户通道的智能能力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采用 Rust 语言开发，支持多种 LLM 提供商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核心特性：分层内存系统、自适应上下文压缩、多 Agent 内存隔离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License: MulanPSL-2.0 开源协议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核心特性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280160"/>
            <a:ext cx="45720" cy="5303520"/>
          </a:xfrm>
          <a:prstGeom prst="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内存与上下文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分层内存系统：工作内存、会话内存、持久内存、语义召回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自适应上下文压缩：Token 压力分析、微压缩工具噪声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内存自演进：持续刷新、去重、摘要合并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混合语义存储：JSON + SQLite + FTS5 +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多 Agent 协作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多 Agent 内存隔离：每个执行通道维护独立循环状态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防止上下文污染：执行通道间相互隔离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子 Agent 支持：可嵌套调用其他 Agent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可追踪运行时：端到端压缩、Prompt 构建、执行追踪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系统架构 - 主要组件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apps/xiaoo-app - 主应用程序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├── cli: 命令行接口  tui: 终端用户界面  gateway: 网关服务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└── httpserver: HTTP服务  daemon: 守护进程模式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crates/agent-contracts - Agent 契约/合约（能力定义）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crates/agent-llm - Agent LLM 集成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crates/core - 核心引擎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crates/memory - 内存系统（分层存储）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crates/compact - 上下文压缩引擎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crates/tool - 工具系统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crates/skill - 技能系统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crates/trace - 追踪系统（Moirai）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Gateway 网关服务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280160"/>
            <a:ext cx="45720" cy="5303520"/>
          </a:xfrm>
          <a:prstGeom prst="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功能特性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RESTful API 接口：支持外部系统接入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飞书（Feishu）集成：Webhook 通道接入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Session 会话管理：状态追踪与历史记录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Runtime 运行时解析：动态加载执行环境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SSE 流式响应：实时推送更新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498DB"/>
                </a:solidFill>
              </a:defRPr>
            </a:pPr>
            <a:r>
              <a:t>主要模块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bootstrap: 启动引导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session_service: 会话服务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runtime_factory: 运行时工厂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runtime_resolver: 运行时解析器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channel_interaction: 通道交互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pending_interaction: 待处理交互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TUI 终端用户界面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核心模块结构：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├── app: 应用主入口与状态管理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├── input: 输入事件处理（键盘、鼠标、粘贴）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├── render: 渲染层（Markdown、主题、会话视图）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├── state: 状态管理（AppState、Chat、Selection）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└── services: 服务层（Provider、Workspace、Skills）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功能特性：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• 支持 Agent 角色预设切换（Tab/Shift+Tab）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• Slash 命令自动补全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• Markdown 渲染与代码高亮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• 会话差异对比视图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入口与使用方式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TUI 交互模式：$ xiaoo-tui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CLI 命令模式：$ xiaoo run -p 'Your Command'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Daemon 守护进程模式：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$ xiaoo-app daemon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$ xiaoo-app daemon --config /path/to/config.toml --host 127.0.0.1 --port 18080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HTTP API 调用示例：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{"text": "Review this patch", "channel": "http", "sender_id": "user1", "agent": "code-reviewer"}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配置示例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760720"/>
          </a:xfrm>
          <a:prstGeom prst="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LLM 配置 (~/.config/xiaoo/config.toml)：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[llm]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provider = "openrouter"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model = "z-ai/glm-5"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api_key_env = "OPENROUTER_API_KEY"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max_tokens = 128000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context_window = 128000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Trace 追踪配置：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[trace]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storage_backend = "moirai-sqlite"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  db_path = "/root/.config/xiaoo/traces.db"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xiaoO - 让整个 OS 成为 Agent 的家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